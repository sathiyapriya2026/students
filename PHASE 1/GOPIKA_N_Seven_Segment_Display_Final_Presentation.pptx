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Seven Segment Display using Arduino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GOPIKA N</a:t>
            </a:r>
          </a:p>
          <a:p>
            <a:r>
              <a:t>Department of Cyber Security</a:t>
            </a:r>
          </a:p>
          <a:p>
            <a:r>
              <a:t>JJ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to interface a Seven Segment Display with Arduino to display numbers from 0 to 9. Binary bit patterns are used to control individual LED segments. The system automatically counts numbers with a 1-second delay.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interface Seven Segment Display with Arduino</a:t>
            </a:r>
          </a:p>
          <a:p>
            <a:r>
              <a:t>• To understand Common Cathode configuration</a:t>
            </a:r>
          </a:p>
          <a:p>
            <a:r>
              <a:t>• To control segments using binary bit patterns</a:t>
            </a:r>
          </a:p>
          <a:p>
            <a:r>
              <a:t>• To display numbers (0–9) sequentially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Board</a:t>
            </a:r>
          </a:p>
          <a:p>
            <a:r>
              <a:t>• Seven Segment Display (Common Cathode)</a:t>
            </a:r>
          </a:p>
          <a:p>
            <a:r>
              <a:t>• 220Ω Resistors</a:t>
            </a:r>
          </a:p>
          <a:p>
            <a:r>
              <a:t>• Breadboard</a:t>
            </a:r>
          </a:p>
          <a:p>
            <a:r>
              <a:t>• Connecting Wires</a:t>
            </a:r>
          </a:p>
          <a:p>
            <a:r>
              <a:t>• USB Cable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 Configuration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int segmentPins[8] = {2,3,4,5,6,7,8};</a:t>
            </a:r>
          </a:p>
          <a:p>
            <a:r>
              <a:t>→ Arduino pins connected to segments (a–g, dp)</a:t>
            </a:r>
          </a:p>
          <a:p/>
          <a:p>
            <a:r>
              <a:t>const int commonCathodePin = 9;</a:t>
            </a:r>
          </a:p>
          <a:p>
            <a:r>
              <a:t>→ Common cathode connected to pin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Bit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byte numbers[11] = {...};</a:t>
            </a:r>
          </a:p>
          <a:p/>
          <a:p>
            <a:r>
              <a:t>• Each binary value represents ON/OFF state of segments</a:t>
            </a:r>
          </a:p>
          <a:p>
            <a:r>
              <a:t>• bitRead() function reads each bit</a:t>
            </a:r>
          </a:p>
          <a:p>
            <a:r>
              <a:t>• Example:</a:t>
            </a:r>
          </a:p>
          <a:p>
            <a:r>
              <a:t>  B11111100 → Displays number 0</a:t>
            </a:r>
          </a:p>
          <a:p>
            <a:r>
              <a:t>  B01100000 → Displays number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setup() {</a:t>
            </a:r>
          </a:p>
          <a:p>
            <a:r>
              <a:t>  for (int i = 0; i &lt; 7; i++) {</a:t>
            </a:r>
          </a:p>
          <a:p>
            <a:r>
              <a:t>    pinMode(segmentPins[i], OUTPUT);</a:t>
            </a:r>
          </a:p>
          <a:p>
            <a:r>
              <a:t>  }</a:t>
            </a:r>
          </a:p>
          <a:p>
            <a:r>
              <a:t>  pinMode(commonCathodePin, OUTPUT);</a:t>
            </a:r>
          </a:p>
          <a:p>
            <a:r>
              <a:t>}</a:t>
            </a:r>
          </a:p>
          <a:p/>
          <a:p>
            <a:r>
              <a:t>• Initializes segment pins as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loop() {</a:t>
            </a:r>
          </a:p>
          <a:p>
            <a:r>
              <a:t>  for (int i = 0; i &lt; 10; i++) {</a:t>
            </a:r>
          </a:p>
          <a:p>
            <a:r>
              <a:t>    displayNumber(i);</a:t>
            </a:r>
          </a:p>
          <a:p>
            <a:r>
              <a:t>    delay(1000);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• Displays numbers from 0 to 9</a:t>
            </a:r>
          </a:p>
          <a:p>
            <a:r>
              <a:t>• Each number shown for 1 second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displayNumber()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Turns OFF all segments initially</a:t>
            </a:r>
          </a:p>
          <a:p>
            <a:r>
              <a:t>• Reads binary pattern using bitRead()</a:t>
            </a:r>
          </a:p>
          <a:p>
            <a:r>
              <a:t>• Activates required segments</a:t>
            </a:r>
          </a:p>
          <a:p>
            <a:r>
              <a:t>• Controls display output dynamically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Seven Segment consists of 7 LEDs</a:t>
            </a:r>
          </a:p>
          <a:p>
            <a:r>
              <a:t>• Each LED represents a segment (a–g)</a:t>
            </a:r>
          </a:p>
          <a:p>
            <a:r>
              <a:t>• By activating specific segments, numbers are formed</a:t>
            </a:r>
          </a:p>
          <a:p>
            <a:r>
              <a:t>• Arduino controls segments using digital signals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Clocks</a:t>
            </a:r>
          </a:p>
          <a:p>
            <a:r>
              <a:t>• Calculators</a:t>
            </a:r>
          </a:p>
          <a:p>
            <a:r>
              <a:t>• Counters</a:t>
            </a:r>
          </a:p>
          <a:p>
            <a:r>
              <a:t>• Lift Indicators</a:t>
            </a:r>
          </a:p>
          <a:p>
            <a:r>
              <a:t>• Electronic Measurement Devices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implemented Seven Segment Display project</a:t>
            </a:r>
          </a:p>
          <a:p>
            <a:r>
              <a:t>• Learned Arduino interfacing techniques</a:t>
            </a:r>
          </a:p>
          <a:p>
            <a:r>
              <a:t>• Understood binary control logic</a:t>
            </a:r>
          </a:p>
          <a:p>
            <a:r>
              <a:t>• Simple and effective real-time display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